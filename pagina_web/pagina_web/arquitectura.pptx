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97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1233-F328-AF74-5A39-0F549DA11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181E8-B78A-4962-8A60-CE87F6B54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B5E50-E85B-1EFF-AC8C-E94F4648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4890-13F4-AEDA-4866-5997D81E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A6CE8-5B1C-2540-5477-0F2CE9EC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2DE7-0EDD-92BC-F942-5D85379D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F563B-5AF9-10FB-159D-FD0BA855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8087-16F6-8215-9974-165F5B1D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CA18B-C756-AA16-4582-7C69A6C8B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24FD3-97BD-18FB-B7B7-9C16815C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309A-048A-8C2E-E973-4C3EE8C4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F09E1-D1C7-7E43-924C-ADB1DF38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61AC-4ADE-E7CD-2821-7A0B00EA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8E72-7390-A123-F0E7-BC350331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9C634-0D5E-476B-FBE7-96A06C6B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0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6513-D7D3-7683-4611-5465F338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B8FB9-B902-8D7D-373B-F8BFD6B73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6C6C5-89C6-9104-1CB3-E6C470058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C5566-C594-CC60-5513-BD0E1BCF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45C00-DD6D-14AB-376A-B12F4F39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E5CD9-7E66-AB4C-40D7-3C0CC1A2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9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0F00-9B6A-845B-29AE-8D00EE669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5A74-F930-6862-B8D3-050DD1E7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34FD8-8146-AA10-976E-AA9A6006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331EF-6D60-8782-C238-34CF27EC0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6A674-C30B-11D5-40AF-77A53244C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EA8DE-B275-E532-4B36-A7FD50AC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2673C-6058-BA17-5922-4DF597E1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6E8E8-5DC7-6FD5-EB51-186C3F55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8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AFF7-0710-A76A-AB06-FF3BA417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4CC35-A5D3-F5C7-A6D4-071A30F0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81308-D8A3-FD03-43A3-762F2FF2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F7480-5AF1-3273-5530-2A40AD85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29231-940F-EFAC-443E-06117BD0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4FD24-A9FF-6316-2340-4C56E62F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C1D53-D63C-14EB-AEF1-F1AF844A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1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85C1-C9EE-AEEC-511F-5BBC701B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D8BC-DD71-820A-F2F1-BD2E5CDE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3064E7-3A18-8B4C-A550-CE6D72572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7AB8E-3866-12BA-37C0-B2F82E26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E80B5-F809-DA2B-930F-83A673C8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DEEB5-5D2B-C3E8-6349-60AC68FD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6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6D64-4B16-6997-14FD-88558A19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4E1A2-B450-D384-CFE0-2A2D0B99E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3DD9D-5D7C-85AE-3BFA-922AE7EF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C9620-B921-8376-2604-FC27A0CB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92432-7C21-2755-F08D-4C5530DD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23B13-7719-761F-3668-91ECB126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8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58FF-D27F-1495-2648-CAA5D531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53F2D-FA5E-E833-848A-38B7DA0C3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7574C-2D80-425B-5E09-BC384C0A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2167-4742-28C2-5FC7-970AE0EC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EDFEA-0AAF-CA59-399F-5FE6A995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3C11F-8048-31A3-B4BF-20496D8F5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442A9-15D0-1A20-3334-3F5A19077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ED8F-FCB1-DECA-3AB8-5DEB79E7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2424-C804-45D0-C64B-5A0F3048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F036C-7285-6F2B-ABE7-E5DDAC46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3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DF38D-72D5-CFB8-4035-75A229FF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22C94-8798-3C09-2898-2D5C1905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83C7-6412-000D-5162-1DBD0925F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DDCAC-E65B-284F-99FB-23CA96E6637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7943-FF57-C1E7-DDE4-59C5E175C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905D-1F7A-5A92-4C6F-C67EE471A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03E04-F3A7-5646-A223-35699FE7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9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15912F-B17C-F03D-95D2-DBA84CF4F0F3}"/>
              </a:ext>
            </a:extLst>
          </p:cNvPr>
          <p:cNvSpPr txBox="1"/>
          <p:nvPr/>
        </p:nvSpPr>
        <p:spPr>
          <a:xfrm>
            <a:off x="1705244" y="1058900"/>
            <a:ext cx="1532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REPOSITORIO LOCAL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B86F7-248A-45A4-B9AC-6C5EC283B5A8}"/>
              </a:ext>
            </a:extLst>
          </p:cNvPr>
          <p:cNvSpPr/>
          <p:nvPr/>
        </p:nvSpPr>
        <p:spPr>
          <a:xfrm>
            <a:off x="1186249" y="1705232"/>
            <a:ext cx="2570228" cy="2496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 GIT</a:t>
            </a:r>
          </a:p>
          <a:p>
            <a:pPr algn="ctr"/>
            <a:r>
              <a:rPr lang="en-US" dirty="0"/>
              <a:t>- JOSE</a:t>
            </a:r>
          </a:p>
          <a:p>
            <a:pPr algn="ctr"/>
            <a:r>
              <a:rPr lang="en-US" dirty="0"/>
              <a:t>- ALESSA</a:t>
            </a:r>
          </a:p>
          <a:p>
            <a:pPr algn="ctr"/>
            <a:r>
              <a:rPr lang="en-US" dirty="0"/>
              <a:t>- Daniela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Contenido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- Adriana 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E8874-0727-3397-3BE5-6052A1E1EE1E}"/>
              </a:ext>
            </a:extLst>
          </p:cNvPr>
          <p:cNvSpPr/>
          <p:nvPr/>
        </p:nvSpPr>
        <p:spPr>
          <a:xfrm>
            <a:off x="4905632" y="1705231"/>
            <a:ext cx="3818238" cy="2409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DISENO DE LA PAGINA:</a:t>
            </a:r>
          </a:p>
          <a:p>
            <a:pPr algn="ctr"/>
            <a:r>
              <a:rPr lang="en-US" dirty="0"/>
              <a:t>BOOTSTRAP (HTML, CSS, JS)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DOMINIO GRATUITO: GITHUB PAGES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74E60-F328-9AEB-2B19-5A0D0F03FFAD}"/>
              </a:ext>
            </a:extLst>
          </p:cNvPr>
          <p:cNvSpPr txBox="1"/>
          <p:nvPr/>
        </p:nvSpPr>
        <p:spPr>
          <a:xfrm>
            <a:off x="6313748" y="1335899"/>
            <a:ext cx="100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5BB37-9279-F555-C6BF-FFE6973B854D}"/>
              </a:ext>
            </a:extLst>
          </p:cNvPr>
          <p:cNvSpPr txBox="1"/>
          <p:nvPr/>
        </p:nvSpPr>
        <p:spPr>
          <a:xfrm>
            <a:off x="3756477" y="181737"/>
            <a:ext cx="5114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ARQUITECTURA GENERAL</a:t>
            </a:r>
          </a:p>
        </p:txBody>
      </p:sp>
    </p:spTree>
    <p:extLst>
      <p:ext uri="{BB962C8B-B14F-4D97-AF65-F5344CB8AC3E}">
        <p14:creationId xmlns:p14="http://schemas.microsoft.com/office/powerpoint/2010/main" val="59333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36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 Cuenca</dc:creator>
  <cp:lastModifiedBy>Erick Cuenca</cp:lastModifiedBy>
  <cp:revision>1</cp:revision>
  <dcterms:created xsi:type="dcterms:W3CDTF">2026-03-17T15:18:00Z</dcterms:created>
  <dcterms:modified xsi:type="dcterms:W3CDTF">2026-03-17T17:33:37Z</dcterms:modified>
</cp:coreProperties>
</file>